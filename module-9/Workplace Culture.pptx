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B1E1"/>
    <a:srgbClr val="1E8EC0"/>
    <a:srgbClr val="72C3E8"/>
    <a:srgbClr val="56B8E4"/>
    <a:srgbClr val="22A0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9881F8-DDEB-480B-9A09-6F93182E9DA3}" type="doc">
      <dgm:prSet loTypeId="urn:microsoft.com/office/officeart/2005/8/layout/process1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28A689A-9E0A-4B24-8453-9462BA1F46C3}">
      <dgm:prSet phldrT="[Text]" phldr="0"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Employee makes a mistake</a:t>
          </a:r>
        </a:p>
      </dgm:t>
    </dgm:pt>
    <dgm:pt modelId="{9363B98C-EEA0-49A7-98B8-182FA6858BCF}" type="parTrans" cxnId="{7E30D447-3A4E-4543-989E-17BE58C9E0B2}">
      <dgm:prSet/>
      <dgm:spPr/>
      <dgm:t>
        <a:bodyPr/>
        <a:lstStyle/>
        <a:p>
          <a:endParaRPr lang="en-US"/>
        </a:p>
      </dgm:t>
    </dgm:pt>
    <dgm:pt modelId="{46A55B4F-6225-4380-B68E-7604F225FD5E}" type="sibTrans" cxnId="{7E30D447-3A4E-4543-989E-17BE58C9E0B2}">
      <dgm:prSet/>
      <dgm:spPr/>
      <dgm:t>
        <a:bodyPr/>
        <a:lstStyle/>
        <a:p>
          <a:endParaRPr lang="en-US"/>
        </a:p>
      </dgm:t>
    </dgm:pt>
    <dgm:pt modelId="{0C31B079-A862-4DC4-9FB7-58999920A170}">
      <dgm:prSet phldrT="[Text]" phldr="0"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Employee hides mistake out of fear</a:t>
          </a:r>
        </a:p>
      </dgm:t>
    </dgm:pt>
    <dgm:pt modelId="{7657CE82-4670-49F5-AEA2-9D5E8323BC44}" type="parTrans" cxnId="{CC18B436-191E-46AA-8466-CB6AFD9D0715}">
      <dgm:prSet/>
      <dgm:spPr/>
      <dgm:t>
        <a:bodyPr/>
        <a:lstStyle/>
        <a:p>
          <a:endParaRPr lang="en-US"/>
        </a:p>
      </dgm:t>
    </dgm:pt>
    <dgm:pt modelId="{D78E4D4B-0DDB-4CCF-9014-68F2B9B177FF}" type="sibTrans" cxnId="{CC18B436-191E-46AA-8466-CB6AFD9D0715}">
      <dgm:prSet/>
      <dgm:spPr/>
      <dgm:t>
        <a:bodyPr/>
        <a:lstStyle/>
        <a:p>
          <a:endParaRPr lang="en-US"/>
        </a:p>
      </dgm:t>
    </dgm:pt>
    <dgm:pt modelId="{F45ADCDE-EA6C-4121-BC3A-847DDEAB10B7}">
      <dgm:prSet phldrT="[Text]" phldr="0"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 learning occurs</a:t>
          </a:r>
        </a:p>
      </dgm:t>
    </dgm:pt>
    <dgm:pt modelId="{02A2FDCC-E07F-4E50-B68C-C08FFD58D378}" type="parTrans" cxnId="{94BCA280-978D-4AF5-8FDA-951765C35FDD}">
      <dgm:prSet/>
      <dgm:spPr/>
      <dgm:t>
        <a:bodyPr/>
        <a:lstStyle/>
        <a:p>
          <a:endParaRPr lang="en-US"/>
        </a:p>
      </dgm:t>
    </dgm:pt>
    <dgm:pt modelId="{477039C6-EC27-46A0-8F45-6CC5543070AE}" type="sibTrans" cxnId="{94BCA280-978D-4AF5-8FDA-951765C35FDD}">
      <dgm:prSet/>
      <dgm:spPr/>
      <dgm:t>
        <a:bodyPr/>
        <a:lstStyle/>
        <a:p>
          <a:endParaRPr lang="en-US"/>
        </a:p>
      </dgm:t>
    </dgm:pt>
    <dgm:pt modelId="{5C067267-5ECA-42C3-9935-284315D67C53}">
      <dgm:prSet custT="1"/>
      <dgm:spPr/>
      <dgm:t>
        <a:bodyPr/>
        <a:lstStyle/>
        <a:p>
          <a:r>
            <a: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Other employees make the same mistake</a:t>
          </a:r>
        </a:p>
      </dgm:t>
    </dgm:pt>
    <dgm:pt modelId="{C958E7EB-D282-475C-906D-5FCFECE941D8}" type="parTrans" cxnId="{4B34DFF6-6732-4430-9D78-060C52EB69D8}">
      <dgm:prSet/>
      <dgm:spPr/>
      <dgm:t>
        <a:bodyPr/>
        <a:lstStyle/>
        <a:p>
          <a:endParaRPr lang="en-US"/>
        </a:p>
      </dgm:t>
    </dgm:pt>
    <dgm:pt modelId="{A63DD820-9725-47D4-915F-71443D9C1C29}" type="sibTrans" cxnId="{4B34DFF6-6732-4430-9D78-060C52EB69D8}">
      <dgm:prSet/>
      <dgm:spPr/>
      <dgm:t>
        <a:bodyPr/>
        <a:lstStyle/>
        <a:p>
          <a:endParaRPr lang="en-US"/>
        </a:p>
      </dgm:t>
    </dgm:pt>
    <dgm:pt modelId="{3FE9CB1E-3121-4C11-BAFB-5B3FD9F986CD}" type="pres">
      <dgm:prSet presAssocID="{DC9881F8-DDEB-480B-9A09-6F93182E9DA3}" presName="Name0" presStyleCnt="0">
        <dgm:presLayoutVars>
          <dgm:dir/>
          <dgm:resizeHandles val="exact"/>
        </dgm:presLayoutVars>
      </dgm:prSet>
      <dgm:spPr/>
    </dgm:pt>
    <dgm:pt modelId="{95E20266-1E0D-4EEE-8E2F-EF4AA5AAD36F}" type="pres">
      <dgm:prSet presAssocID="{028A689A-9E0A-4B24-8453-9462BA1F46C3}" presName="node" presStyleLbl="node1" presStyleIdx="0" presStyleCnt="4">
        <dgm:presLayoutVars>
          <dgm:bulletEnabled val="1"/>
        </dgm:presLayoutVars>
      </dgm:prSet>
      <dgm:spPr/>
    </dgm:pt>
    <dgm:pt modelId="{0316E519-B7DF-47E6-B24E-B00DB5426B9B}" type="pres">
      <dgm:prSet presAssocID="{46A55B4F-6225-4380-B68E-7604F225FD5E}" presName="sibTrans" presStyleLbl="sibTrans2D1" presStyleIdx="0" presStyleCnt="3"/>
      <dgm:spPr/>
    </dgm:pt>
    <dgm:pt modelId="{EB29996B-0CAC-4F90-BA5A-C928310A8DEF}" type="pres">
      <dgm:prSet presAssocID="{46A55B4F-6225-4380-B68E-7604F225FD5E}" presName="connectorText" presStyleLbl="sibTrans2D1" presStyleIdx="0" presStyleCnt="3"/>
      <dgm:spPr/>
    </dgm:pt>
    <dgm:pt modelId="{582AB061-087C-4ECB-8A27-532043B2B00E}" type="pres">
      <dgm:prSet presAssocID="{0C31B079-A862-4DC4-9FB7-58999920A170}" presName="node" presStyleLbl="node1" presStyleIdx="1" presStyleCnt="4">
        <dgm:presLayoutVars>
          <dgm:bulletEnabled val="1"/>
        </dgm:presLayoutVars>
      </dgm:prSet>
      <dgm:spPr/>
    </dgm:pt>
    <dgm:pt modelId="{EDB12743-9DFC-439C-9680-E24303F48C51}" type="pres">
      <dgm:prSet presAssocID="{D78E4D4B-0DDB-4CCF-9014-68F2B9B177FF}" presName="sibTrans" presStyleLbl="sibTrans2D1" presStyleIdx="1" presStyleCnt="3"/>
      <dgm:spPr/>
    </dgm:pt>
    <dgm:pt modelId="{A9430099-B941-4A99-9665-48FEA18B140F}" type="pres">
      <dgm:prSet presAssocID="{D78E4D4B-0DDB-4CCF-9014-68F2B9B177FF}" presName="connectorText" presStyleLbl="sibTrans2D1" presStyleIdx="1" presStyleCnt="3"/>
      <dgm:spPr/>
    </dgm:pt>
    <dgm:pt modelId="{7604FCD3-EDC4-47F1-8E2D-9F12EB92B059}" type="pres">
      <dgm:prSet presAssocID="{F45ADCDE-EA6C-4121-BC3A-847DDEAB10B7}" presName="node" presStyleLbl="node1" presStyleIdx="2" presStyleCnt="4">
        <dgm:presLayoutVars>
          <dgm:bulletEnabled val="1"/>
        </dgm:presLayoutVars>
      </dgm:prSet>
      <dgm:spPr/>
    </dgm:pt>
    <dgm:pt modelId="{FD46A9DF-74AC-46BA-B278-479EAC7AA697}" type="pres">
      <dgm:prSet presAssocID="{477039C6-EC27-46A0-8F45-6CC5543070AE}" presName="sibTrans" presStyleLbl="sibTrans2D1" presStyleIdx="2" presStyleCnt="3"/>
      <dgm:spPr/>
    </dgm:pt>
    <dgm:pt modelId="{EB5D8BF7-C9A4-4AAE-94D6-D343424A0865}" type="pres">
      <dgm:prSet presAssocID="{477039C6-EC27-46A0-8F45-6CC5543070AE}" presName="connectorText" presStyleLbl="sibTrans2D1" presStyleIdx="2" presStyleCnt="3"/>
      <dgm:spPr/>
    </dgm:pt>
    <dgm:pt modelId="{26DB9BDC-A161-4B0F-84BF-FBF1655D5E15}" type="pres">
      <dgm:prSet presAssocID="{5C067267-5ECA-42C3-9935-284315D67C53}" presName="node" presStyleLbl="node1" presStyleIdx="3" presStyleCnt="4">
        <dgm:presLayoutVars>
          <dgm:bulletEnabled val="1"/>
        </dgm:presLayoutVars>
      </dgm:prSet>
      <dgm:spPr/>
    </dgm:pt>
  </dgm:ptLst>
  <dgm:cxnLst>
    <dgm:cxn modelId="{78001911-D5CE-49DF-B609-DEDBD5C874EF}" type="presOf" srcId="{F45ADCDE-EA6C-4121-BC3A-847DDEAB10B7}" destId="{7604FCD3-EDC4-47F1-8E2D-9F12EB92B059}" srcOrd="0" destOrd="0" presId="urn:microsoft.com/office/officeart/2005/8/layout/process1"/>
    <dgm:cxn modelId="{86F6B411-2CF6-4BD1-A758-C075364F1429}" type="presOf" srcId="{5C067267-5ECA-42C3-9935-284315D67C53}" destId="{26DB9BDC-A161-4B0F-84BF-FBF1655D5E15}" srcOrd="0" destOrd="0" presId="urn:microsoft.com/office/officeart/2005/8/layout/process1"/>
    <dgm:cxn modelId="{5F69AB31-CA76-4D7D-B9DC-5C6B9B436F01}" type="presOf" srcId="{D78E4D4B-0DDB-4CCF-9014-68F2B9B177FF}" destId="{EDB12743-9DFC-439C-9680-E24303F48C51}" srcOrd="0" destOrd="0" presId="urn:microsoft.com/office/officeart/2005/8/layout/process1"/>
    <dgm:cxn modelId="{CC18B436-191E-46AA-8466-CB6AFD9D0715}" srcId="{DC9881F8-DDEB-480B-9A09-6F93182E9DA3}" destId="{0C31B079-A862-4DC4-9FB7-58999920A170}" srcOrd="1" destOrd="0" parTransId="{7657CE82-4670-49F5-AEA2-9D5E8323BC44}" sibTransId="{D78E4D4B-0DDB-4CCF-9014-68F2B9B177FF}"/>
    <dgm:cxn modelId="{7E30D447-3A4E-4543-989E-17BE58C9E0B2}" srcId="{DC9881F8-DDEB-480B-9A09-6F93182E9DA3}" destId="{028A689A-9E0A-4B24-8453-9462BA1F46C3}" srcOrd="0" destOrd="0" parTransId="{9363B98C-EEA0-49A7-98B8-182FA6858BCF}" sibTransId="{46A55B4F-6225-4380-B68E-7604F225FD5E}"/>
    <dgm:cxn modelId="{BDECD867-2AE5-41C1-9288-2C40312991CA}" type="presOf" srcId="{46A55B4F-6225-4380-B68E-7604F225FD5E}" destId="{0316E519-B7DF-47E6-B24E-B00DB5426B9B}" srcOrd="0" destOrd="0" presId="urn:microsoft.com/office/officeart/2005/8/layout/process1"/>
    <dgm:cxn modelId="{F826377A-A0CB-454F-BBBF-BDEB657747F8}" type="presOf" srcId="{0C31B079-A862-4DC4-9FB7-58999920A170}" destId="{582AB061-087C-4ECB-8A27-532043B2B00E}" srcOrd="0" destOrd="0" presId="urn:microsoft.com/office/officeart/2005/8/layout/process1"/>
    <dgm:cxn modelId="{94BCA280-978D-4AF5-8FDA-951765C35FDD}" srcId="{DC9881F8-DDEB-480B-9A09-6F93182E9DA3}" destId="{F45ADCDE-EA6C-4121-BC3A-847DDEAB10B7}" srcOrd="2" destOrd="0" parTransId="{02A2FDCC-E07F-4E50-B68C-C08FFD58D378}" sibTransId="{477039C6-EC27-46A0-8F45-6CC5543070AE}"/>
    <dgm:cxn modelId="{A1ADA086-55E5-4EDA-8085-29EB14E4CEB6}" type="presOf" srcId="{46A55B4F-6225-4380-B68E-7604F225FD5E}" destId="{EB29996B-0CAC-4F90-BA5A-C928310A8DEF}" srcOrd="1" destOrd="0" presId="urn:microsoft.com/office/officeart/2005/8/layout/process1"/>
    <dgm:cxn modelId="{B109A489-D007-451F-8F52-2BEABF7E2053}" type="presOf" srcId="{477039C6-EC27-46A0-8F45-6CC5543070AE}" destId="{EB5D8BF7-C9A4-4AAE-94D6-D343424A0865}" srcOrd="1" destOrd="0" presId="urn:microsoft.com/office/officeart/2005/8/layout/process1"/>
    <dgm:cxn modelId="{29913AC3-D783-43B4-AE5C-F35AA2438D19}" type="presOf" srcId="{D78E4D4B-0DDB-4CCF-9014-68F2B9B177FF}" destId="{A9430099-B941-4A99-9665-48FEA18B140F}" srcOrd="1" destOrd="0" presId="urn:microsoft.com/office/officeart/2005/8/layout/process1"/>
    <dgm:cxn modelId="{F7270AD1-55C6-41FF-8D5E-403429BEA933}" type="presOf" srcId="{028A689A-9E0A-4B24-8453-9462BA1F46C3}" destId="{95E20266-1E0D-4EEE-8E2F-EF4AA5AAD36F}" srcOrd="0" destOrd="0" presId="urn:microsoft.com/office/officeart/2005/8/layout/process1"/>
    <dgm:cxn modelId="{714931D4-444D-4B3B-8BE4-C8F9004B1E83}" type="presOf" srcId="{DC9881F8-DDEB-480B-9A09-6F93182E9DA3}" destId="{3FE9CB1E-3121-4C11-BAFB-5B3FD9F986CD}" srcOrd="0" destOrd="0" presId="urn:microsoft.com/office/officeart/2005/8/layout/process1"/>
    <dgm:cxn modelId="{5E5403EB-4B6A-448C-8770-2730FC9C9B5F}" type="presOf" srcId="{477039C6-EC27-46A0-8F45-6CC5543070AE}" destId="{FD46A9DF-74AC-46BA-B278-479EAC7AA697}" srcOrd="0" destOrd="0" presId="urn:microsoft.com/office/officeart/2005/8/layout/process1"/>
    <dgm:cxn modelId="{4B34DFF6-6732-4430-9D78-060C52EB69D8}" srcId="{DC9881F8-DDEB-480B-9A09-6F93182E9DA3}" destId="{5C067267-5ECA-42C3-9935-284315D67C53}" srcOrd="3" destOrd="0" parTransId="{C958E7EB-D282-475C-906D-5FCFECE941D8}" sibTransId="{A63DD820-9725-47D4-915F-71443D9C1C29}"/>
    <dgm:cxn modelId="{E1844C51-8654-4A84-8C5D-0D0AC59FFD96}" type="presParOf" srcId="{3FE9CB1E-3121-4C11-BAFB-5B3FD9F986CD}" destId="{95E20266-1E0D-4EEE-8E2F-EF4AA5AAD36F}" srcOrd="0" destOrd="0" presId="urn:microsoft.com/office/officeart/2005/8/layout/process1"/>
    <dgm:cxn modelId="{65B1BE1E-85EC-4CD6-925A-91E0E8B81614}" type="presParOf" srcId="{3FE9CB1E-3121-4C11-BAFB-5B3FD9F986CD}" destId="{0316E519-B7DF-47E6-B24E-B00DB5426B9B}" srcOrd="1" destOrd="0" presId="urn:microsoft.com/office/officeart/2005/8/layout/process1"/>
    <dgm:cxn modelId="{2F31DCC6-2DA6-4C9F-8B61-96C9BD9D145D}" type="presParOf" srcId="{0316E519-B7DF-47E6-B24E-B00DB5426B9B}" destId="{EB29996B-0CAC-4F90-BA5A-C928310A8DEF}" srcOrd="0" destOrd="0" presId="urn:microsoft.com/office/officeart/2005/8/layout/process1"/>
    <dgm:cxn modelId="{296CB247-0946-4E37-A0DC-948B5F0D70B5}" type="presParOf" srcId="{3FE9CB1E-3121-4C11-BAFB-5B3FD9F986CD}" destId="{582AB061-087C-4ECB-8A27-532043B2B00E}" srcOrd="2" destOrd="0" presId="urn:microsoft.com/office/officeart/2005/8/layout/process1"/>
    <dgm:cxn modelId="{D79B3E35-7023-4295-8907-CE35C6023263}" type="presParOf" srcId="{3FE9CB1E-3121-4C11-BAFB-5B3FD9F986CD}" destId="{EDB12743-9DFC-439C-9680-E24303F48C51}" srcOrd="3" destOrd="0" presId="urn:microsoft.com/office/officeart/2005/8/layout/process1"/>
    <dgm:cxn modelId="{E848502F-929B-4647-9FCE-3AB3B7D7AD8F}" type="presParOf" srcId="{EDB12743-9DFC-439C-9680-E24303F48C51}" destId="{A9430099-B941-4A99-9665-48FEA18B140F}" srcOrd="0" destOrd="0" presId="urn:microsoft.com/office/officeart/2005/8/layout/process1"/>
    <dgm:cxn modelId="{E6BDC646-BF2B-4A8B-94A5-892C48D61488}" type="presParOf" srcId="{3FE9CB1E-3121-4C11-BAFB-5B3FD9F986CD}" destId="{7604FCD3-EDC4-47F1-8E2D-9F12EB92B059}" srcOrd="4" destOrd="0" presId="urn:microsoft.com/office/officeart/2005/8/layout/process1"/>
    <dgm:cxn modelId="{87690FF5-D676-47B6-ACA3-4CD80EB009FE}" type="presParOf" srcId="{3FE9CB1E-3121-4C11-BAFB-5B3FD9F986CD}" destId="{FD46A9DF-74AC-46BA-B278-479EAC7AA697}" srcOrd="5" destOrd="0" presId="urn:microsoft.com/office/officeart/2005/8/layout/process1"/>
    <dgm:cxn modelId="{5F909BA9-F28A-409C-9D04-6D30D8AEAC54}" type="presParOf" srcId="{FD46A9DF-74AC-46BA-B278-479EAC7AA697}" destId="{EB5D8BF7-C9A4-4AAE-94D6-D343424A0865}" srcOrd="0" destOrd="0" presId="urn:microsoft.com/office/officeart/2005/8/layout/process1"/>
    <dgm:cxn modelId="{E9470F12-848F-4C4A-BF92-35741B294BD3}" type="presParOf" srcId="{3FE9CB1E-3121-4C11-BAFB-5B3FD9F986CD}" destId="{26DB9BDC-A161-4B0F-84BF-FBF1655D5E15}" srcOrd="6" destOrd="0" presId="urn:microsoft.com/office/officeart/2005/8/layout/process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9881F8-DDEB-480B-9A09-6F93182E9DA3}" type="doc">
      <dgm:prSet loTypeId="urn:microsoft.com/office/officeart/2005/8/layout/process1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28A689A-9E0A-4B24-8453-9462BA1F46C3}">
      <dgm:prSet phldrT="[Text]" phldr="0" custT="1"/>
      <dgm:spPr/>
      <dgm:t>
        <a:bodyPr/>
        <a:lstStyle/>
        <a:p>
          <a:r>
            <a: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Employee makes a mistake</a:t>
          </a:r>
        </a:p>
      </dgm:t>
    </dgm:pt>
    <dgm:pt modelId="{9363B98C-EEA0-49A7-98B8-182FA6858BCF}" type="parTrans" cxnId="{7E30D447-3A4E-4543-989E-17BE58C9E0B2}">
      <dgm:prSet/>
      <dgm:spPr/>
      <dgm:t>
        <a:bodyPr/>
        <a:lstStyle/>
        <a:p>
          <a:endParaRPr lang="en-US"/>
        </a:p>
      </dgm:t>
    </dgm:pt>
    <dgm:pt modelId="{46A55B4F-6225-4380-B68E-7604F225FD5E}" type="sibTrans" cxnId="{7E30D447-3A4E-4543-989E-17BE58C9E0B2}">
      <dgm:prSet/>
      <dgm:spPr/>
      <dgm:t>
        <a:bodyPr/>
        <a:lstStyle/>
        <a:p>
          <a:endParaRPr lang="en-US"/>
        </a:p>
      </dgm:t>
    </dgm:pt>
    <dgm:pt modelId="{0C31B079-A862-4DC4-9FB7-58999920A170}">
      <dgm:prSet phldrT="[Text]" phldr="0" custT="1"/>
      <dgm:spPr/>
      <dgm:t>
        <a:bodyPr/>
        <a:lstStyle/>
        <a:p>
          <a:r>
            <a: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Employee reports mistake</a:t>
          </a:r>
        </a:p>
      </dgm:t>
    </dgm:pt>
    <dgm:pt modelId="{7657CE82-4670-49F5-AEA2-9D5E8323BC44}" type="parTrans" cxnId="{CC18B436-191E-46AA-8466-CB6AFD9D0715}">
      <dgm:prSet/>
      <dgm:spPr/>
      <dgm:t>
        <a:bodyPr/>
        <a:lstStyle/>
        <a:p>
          <a:endParaRPr lang="en-US"/>
        </a:p>
      </dgm:t>
    </dgm:pt>
    <dgm:pt modelId="{D78E4D4B-0DDB-4CCF-9014-68F2B9B177FF}" type="sibTrans" cxnId="{CC18B436-191E-46AA-8466-CB6AFD9D0715}">
      <dgm:prSet/>
      <dgm:spPr/>
      <dgm:t>
        <a:bodyPr/>
        <a:lstStyle/>
        <a:p>
          <a:endParaRPr lang="en-US"/>
        </a:p>
      </dgm:t>
    </dgm:pt>
    <dgm:pt modelId="{F45ADCDE-EA6C-4121-BC3A-847DDEAB10B7}">
      <dgm:prSet phldrT="[Text]" phldr="0" custT="1"/>
      <dgm:spPr/>
      <dgm:t>
        <a:bodyPr/>
        <a:lstStyle/>
        <a:p>
          <a:r>
            <a: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Other employees learn from the mistake</a:t>
          </a:r>
        </a:p>
      </dgm:t>
    </dgm:pt>
    <dgm:pt modelId="{02A2FDCC-E07F-4E50-B68C-C08FFD58D378}" type="parTrans" cxnId="{94BCA280-978D-4AF5-8FDA-951765C35FDD}">
      <dgm:prSet/>
      <dgm:spPr/>
      <dgm:t>
        <a:bodyPr/>
        <a:lstStyle/>
        <a:p>
          <a:endParaRPr lang="en-US"/>
        </a:p>
      </dgm:t>
    </dgm:pt>
    <dgm:pt modelId="{477039C6-EC27-46A0-8F45-6CC5543070AE}" type="sibTrans" cxnId="{94BCA280-978D-4AF5-8FDA-951765C35FDD}">
      <dgm:prSet/>
      <dgm:spPr/>
      <dgm:t>
        <a:bodyPr/>
        <a:lstStyle/>
        <a:p>
          <a:endParaRPr lang="en-US"/>
        </a:p>
      </dgm:t>
    </dgm:pt>
    <dgm:pt modelId="{5C067267-5ECA-42C3-9935-284315D67C53}">
      <dgm:prSet custT="1"/>
      <dgm:spPr/>
      <dgm:t>
        <a:bodyPr/>
        <a:lstStyle/>
        <a:p>
          <a:r>
            <a: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mistake does not occur again or is reduced in the future</a:t>
          </a:r>
        </a:p>
      </dgm:t>
    </dgm:pt>
    <dgm:pt modelId="{C958E7EB-D282-475C-906D-5FCFECE941D8}" type="parTrans" cxnId="{4B34DFF6-6732-4430-9D78-060C52EB69D8}">
      <dgm:prSet/>
      <dgm:spPr/>
      <dgm:t>
        <a:bodyPr/>
        <a:lstStyle/>
        <a:p>
          <a:endParaRPr lang="en-US"/>
        </a:p>
      </dgm:t>
    </dgm:pt>
    <dgm:pt modelId="{A63DD820-9725-47D4-915F-71443D9C1C29}" type="sibTrans" cxnId="{4B34DFF6-6732-4430-9D78-060C52EB69D8}">
      <dgm:prSet/>
      <dgm:spPr/>
      <dgm:t>
        <a:bodyPr/>
        <a:lstStyle/>
        <a:p>
          <a:endParaRPr lang="en-US"/>
        </a:p>
      </dgm:t>
    </dgm:pt>
    <dgm:pt modelId="{3FE9CB1E-3121-4C11-BAFB-5B3FD9F986CD}" type="pres">
      <dgm:prSet presAssocID="{DC9881F8-DDEB-480B-9A09-6F93182E9DA3}" presName="Name0" presStyleCnt="0">
        <dgm:presLayoutVars>
          <dgm:dir/>
          <dgm:resizeHandles val="exact"/>
        </dgm:presLayoutVars>
      </dgm:prSet>
      <dgm:spPr/>
    </dgm:pt>
    <dgm:pt modelId="{95E20266-1E0D-4EEE-8E2F-EF4AA5AAD36F}" type="pres">
      <dgm:prSet presAssocID="{028A689A-9E0A-4B24-8453-9462BA1F46C3}" presName="node" presStyleLbl="node1" presStyleIdx="0" presStyleCnt="4">
        <dgm:presLayoutVars>
          <dgm:bulletEnabled val="1"/>
        </dgm:presLayoutVars>
      </dgm:prSet>
      <dgm:spPr/>
    </dgm:pt>
    <dgm:pt modelId="{0316E519-B7DF-47E6-B24E-B00DB5426B9B}" type="pres">
      <dgm:prSet presAssocID="{46A55B4F-6225-4380-B68E-7604F225FD5E}" presName="sibTrans" presStyleLbl="sibTrans2D1" presStyleIdx="0" presStyleCnt="3"/>
      <dgm:spPr/>
    </dgm:pt>
    <dgm:pt modelId="{EB29996B-0CAC-4F90-BA5A-C928310A8DEF}" type="pres">
      <dgm:prSet presAssocID="{46A55B4F-6225-4380-B68E-7604F225FD5E}" presName="connectorText" presStyleLbl="sibTrans2D1" presStyleIdx="0" presStyleCnt="3"/>
      <dgm:spPr/>
    </dgm:pt>
    <dgm:pt modelId="{582AB061-087C-4ECB-8A27-532043B2B00E}" type="pres">
      <dgm:prSet presAssocID="{0C31B079-A862-4DC4-9FB7-58999920A170}" presName="node" presStyleLbl="node1" presStyleIdx="1" presStyleCnt="4">
        <dgm:presLayoutVars>
          <dgm:bulletEnabled val="1"/>
        </dgm:presLayoutVars>
      </dgm:prSet>
      <dgm:spPr/>
    </dgm:pt>
    <dgm:pt modelId="{EDB12743-9DFC-439C-9680-E24303F48C51}" type="pres">
      <dgm:prSet presAssocID="{D78E4D4B-0DDB-4CCF-9014-68F2B9B177FF}" presName="sibTrans" presStyleLbl="sibTrans2D1" presStyleIdx="1" presStyleCnt="3"/>
      <dgm:spPr/>
    </dgm:pt>
    <dgm:pt modelId="{A9430099-B941-4A99-9665-48FEA18B140F}" type="pres">
      <dgm:prSet presAssocID="{D78E4D4B-0DDB-4CCF-9014-68F2B9B177FF}" presName="connectorText" presStyleLbl="sibTrans2D1" presStyleIdx="1" presStyleCnt="3"/>
      <dgm:spPr/>
    </dgm:pt>
    <dgm:pt modelId="{7604FCD3-EDC4-47F1-8E2D-9F12EB92B059}" type="pres">
      <dgm:prSet presAssocID="{F45ADCDE-EA6C-4121-BC3A-847DDEAB10B7}" presName="node" presStyleLbl="node1" presStyleIdx="2" presStyleCnt="4">
        <dgm:presLayoutVars>
          <dgm:bulletEnabled val="1"/>
        </dgm:presLayoutVars>
      </dgm:prSet>
      <dgm:spPr/>
    </dgm:pt>
    <dgm:pt modelId="{B5C40149-E9DC-4E8B-A231-18FE9CAD138C}" type="pres">
      <dgm:prSet presAssocID="{477039C6-EC27-46A0-8F45-6CC5543070AE}" presName="sibTrans" presStyleLbl="sibTrans2D1" presStyleIdx="2" presStyleCnt="3"/>
      <dgm:spPr/>
    </dgm:pt>
    <dgm:pt modelId="{C5DEB084-2F24-4910-BA9A-4CA456DCB054}" type="pres">
      <dgm:prSet presAssocID="{477039C6-EC27-46A0-8F45-6CC5543070AE}" presName="connectorText" presStyleLbl="sibTrans2D1" presStyleIdx="2" presStyleCnt="3"/>
      <dgm:spPr/>
    </dgm:pt>
    <dgm:pt modelId="{26DB9BDC-A161-4B0F-84BF-FBF1655D5E15}" type="pres">
      <dgm:prSet presAssocID="{5C067267-5ECA-42C3-9935-284315D67C53}" presName="node" presStyleLbl="node1" presStyleIdx="3" presStyleCnt="4">
        <dgm:presLayoutVars>
          <dgm:bulletEnabled val="1"/>
        </dgm:presLayoutVars>
      </dgm:prSet>
      <dgm:spPr/>
    </dgm:pt>
  </dgm:ptLst>
  <dgm:cxnLst>
    <dgm:cxn modelId="{3251210C-6278-40A6-951A-7702B81408A1}" type="presOf" srcId="{46A55B4F-6225-4380-B68E-7604F225FD5E}" destId="{EB29996B-0CAC-4F90-BA5A-C928310A8DEF}" srcOrd="1" destOrd="0" presId="urn:microsoft.com/office/officeart/2005/8/layout/process1"/>
    <dgm:cxn modelId="{CC18B436-191E-46AA-8466-CB6AFD9D0715}" srcId="{DC9881F8-DDEB-480B-9A09-6F93182E9DA3}" destId="{0C31B079-A862-4DC4-9FB7-58999920A170}" srcOrd="1" destOrd="0" parTransId="{7657CE82-4670-49F5-AEA2-9D5E8323BC44}" sibTransId="{D78E4D4B-0DDB-4CCF-9014-68F2B9B177FF}"/>
    <dgm:cxn modelId="{E64E133B-8D3E-45E1-BCA2-CA0302BCF53A}" type="presOf" srcId="{F45ADCDE-EA6C-4121-BC3A-847DDEAB10B7}" destId="{7604FCD3-EDC4-47F1-8E2D-9F12EB92B059}" srcOrd="0" destOrd="0" presId="urn:microsoft.com/office/officeart/2005/8/layout/process1"/>
    <dgm:cxn modelId="{412F9A46-0A03-4764-AD7F-1E6355F3A9B7}" type="presOf" srcId="{0C31B079-A862-4DC4-9FB7-58999920A170}" destId="{582AB061-087C-4ECB-8A27-532043B2B00E}" srcOrd="0" destOrd="0" presId="urn:microsoft.com/office/officeart/2005/8/layout/process1"/>
    <dgm:cxn modelId="{7E30D447-3A4E-4543-989E-17BE58C9E0B2}" srcId="{DC9881F8-DDEB-480B-9A09-6F93182E9DA3}" destId="{028A689A-9E0A-4B24-8453-9462BA1F46C3}" srcOrd="0" destOrd="0" parTransId="{9363B98C-EEA0-49A7-98B8-182FA6858BCF}" sibTransId="{46A55B4F-6225-4380-B68E-7604F225FD5E}"/>
    <dgm:cxn modelId="{E1ECA64A-9980-4CE9-9451-D4A292E03277}" type="presOf" srcId="{46A55B4F-6225-4380-B68E-7604F225FD5E}" destId="{0316E519-B7DF-47E6-B24E-B00DB5426B9B}" srcOrd="0" destOrd="0" presId="urn:microsoft.com/office/officeart/2005/8/layout/process1"/>
    <dgm:cxn modelId="{99247D6B-7D70-423A-92F4-B69F146A563E}" type="presOf" srcId="{477039C6-EC27-46A0-8F45-6CC5543070AE}" destId="{C5DEB084-2F24-4910-BA9A-4CA456DCB054}" srcOrd="1" destOrd="0" presId="urn:microsoft.com/office/officeart/2005/8/layout/process1"/>
    <dgm:cxn modelId="{94BCA280-978D-4AF5-8FDA-951765C35FDD}" srcId="{DC9881F8-DDEB-480B-9A09-6F93182E9DA3}" destId="{F45ADCDE-EA6C-4121-BC3A-847DDEAB10B7}" srcOrd="2" destOrd="0" parTransId="{02A2FDCC-E07F-4E50-B68C-C08FFD58D378}" sibTransId="{477039C6-EC27-46A0-8F45-6CC5543070AE}"/>
    <dgm:cxn modelId="{8480138C-0AA0-4846-AC45-2E103FA2AFC4}" type="presOf" srcId="{477039C6-EC27-46A0-8F45-6CC5543070AE}" destId="{B5C40149-E9DC-4E8B-A231-18FE9CAD138C}" srcOrd="0" destOrd="0" presId="urn:microsoft.com/office/officeart/2005/8/layout/process1"/>
    <dgm:cxn modelId="{60C681B5-0031-45CF-A8B6-17FBE2A6A0BC}" type="presOf" srcId="{D78E4D4B-0DDB-4CCF-9014-68F2B9B177FF}" destId="{EDB12743-9DFC-439C-9680-E24303F48C51}" srcOrd="0" destOrd="0" presId="urn:microsoft.com/office/officeart/2005/8/layout/process1"/>
    <dgm:cxn modelId="{1E0103C2-1BAE-40F4-ADD0-FD42F934BD0E}" type="presOf" srcId="{028A689A-9E0A-4B24-8453-9462BA1F46C3}" destId="{95E20266-1E0D-4EEE-8E2F-EF4AA5AAD36F}" srcOrd="0" destOrd="0" presId="urn:microsoft.com/office/officeart/2005/8/layout/process1"/>
    <dgm:cxn modelId="{714931D4-444D-4B3B-8BE4-C8F9004B1E83}" type="presOf" srcId="{DC9881F8-DDEB-480B-9A09-6F93182E9DA3}" destId="{3FE9CB1E-3121-4C11-BAFB-5B3FD9F986CD}" srcOrd="0" destOrd="0" presId="urn:microsoft.com/office/officeart/2005/8/layout/process1"/>
    <dgm:cxn modelId="{A8AC0EDE-3146-4BA0-A0C7-DAAC19A2FCA2}" type="presOf" srcId="{5C067267-5ECA-42C3-9935-284315D67C53}" destId="{26DB9BDC-A161-4B0F-84BF-FBF1655D5E15}" srcOrd="0" destOrd="0" presId="urn:microsoft.com/office/officeart/2005/8/layout/process1"/>
    <dgm:cxn modelId="{4B34DFF6-6732-4430-9D78-060C52EB69D8}" srcId="{DC9881F8-DDEB-480B-9A09-6F93182E9DA3}" destId="{5C067267-5ECA-42C3-9935-284315D67C53}" srcOrd="3" destOrd="0" parTransId="{C958E7EB-D282-475C-906D-5FCFECE941D8}" sibTransId="{A63DD820-9725-47D4-915F-71443D9C1C29}"/>
    <dgm:cxn modelId="{E9E3C7FF-6894-46B6-971A-9359C53D0056}" type="presOf" srcId="{D78E4D4B-0DDB-4CCF-9014-68F2B9B177FF}" destId="{A9430099-B941-4A99-9665-48FEA18B140F}" srcOrd="1" destOrd="0" presId="urn:microsoft.com/office/officeart/2005/8/layout/process1"/>
    <dgm:cxn modelId="{A75D70FB-57C5-42E1-B7AB-6944EAB5F4F9}" type="presParOf" srcId="{3FE9CB1E-3121-4C11-BAFB-5B3FD9F986CD}" destId="{95E20266-1E0D-4EEE-8E2F-EF4AA5AAD36F}" srcOrd="0" destOrd="0" presId="urn:microsoft.com/office/officeart/2005/8/layout/process1"/>
    <dgm:cxn modelId="{8B58198D-61BB-42F9-8A26-8D3737185DD5}" type="presParOf" srcId="{3FE9CB1E-3121-4C11-BAFB-5B3FD9F986CD}" destId="{0316E519-B7DF-47E6-B24E-B00DB5426B9B}" srcOrd="1" destOrd="0" presId="urn:microsoft.com/office/officeart/2005/8/layout/process1"/>
    <dgm:cxn modelId="{49F22289-D4A3-490B-9A9E-571E3778B11C}" type="presParOf" srcId="{0316E519-B7DF-47E6-B24E-B00DB5426B9B}" destId="{EB29996B-0CAC-4F90-BA5A-C928310A8DEF}" srcOrd="0" destOrd="0" presId="urn:microsoft.com/office/officeart/2005/8/layout/process1"/>
    <dgm:cxn modelId="{73D164BC-AF93-44ED-8D83-9ED7692E7190}" type="presParOf" srcId="{3FE9CB1E-3121-4C11-BAFB-5B3FD9F986CD}" destId="{582AB061-087C-4ECB-8A27-532043B2B00E}" srcOrd="2" destOrd="0" presId="urn:microsoft.com/office/officeart/2005/8/layout/process1"/>
    <dgm:cxn modelId="{F418954B-2B2B-48C8-A330-8514FB336500}" type="presParOf" srcId="{3FE9CB1E-3121-4C11-BAFB-5B3FD9F986CD}" destId="{EDB12743-9DFC-439C-9680-E24303F48C51}" srcOrd="3" destOrd="0" presId="urn:microsoft.com/office/officeart/2005/8/layout/process1"/>
    <dgm:cxn modelId="{4B7AF329-841C-43A8-8025-E499F97C910C}" type="presParOf" srcId="{EDB12743-9DFC-439C-9680-E24303F48C51}" destId="{A9430099-B941-4A99-9665-48FEA18B140F}" srcOrd="0" destOrd="0" presId="urn:microsoft.com/office/officeart/2005/8/layout/process1"/>
    <dgm:cxn modelId="{A11F5341-3055-4B60-AE82-1702740EEF51}" type="presParOf" srcId="{3FE9CB1E-3121-4C11-BAFB-5B3FD9F986CD}" destId="{7604FCD3-EDC4-47F1-8E2D-9F12EB92B059}" srcOrd="4" destOrd="0" presId="urn:microsoft.com/office/officeart/2005/8/layout/process1"/>
    <dgm:cxn modelId="{F9D49B91-6116-4AE1-A730-DE6D09BCDF87}" type="presParOf" srcId="{3FE9CB1E-3121-4C11-BAFB-5B3FD9F986CD}" destId="{B5C40149-E9DC-4E8B-A231-18FE9CAD138C}" srcOrd="5" destOrd="0" presId="urn:microsoft.com/office/officeart/2005/8/layout/process1"/>
    <dgm:cxn modelId="{CB1F70ED-C685-46FE-B3C4-C05A3C36C03F}" type="presParOf" srcId="{B5C40149-E9DC-4E8B-A231-18FE9CAD138C}" destId="{C5DEB084-2F24-4910-BA9A-4CA456DCB054}" srcOrd="0" destOrd="0" presId="urn:microsoft.com/office/officeart/2005/8/layout/process1"/>
    <dgm:cxn modelId="{77DA207C-3A26-40D2-8EA0-D23A12C5CFC7}" type="presParOf" srcId="{3FE9CB1E-3121-4C11-BAFB-5B3FD9F986CD}" destId="{26DB9BDC-A161-4B0F-84BF-FBF1655D5E15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20266-1E0D-4EEE-8E2F-EF4AA5AAD36F}">
      <dsp:nvSpPr>
        <dsp:cNvPr id="0" name=""/>
        <dsp:cNvSpPr/>
      </dsp:nvSpPr>
      <dsp:spPr>
        <a:xfrm>
          <a:off x="4621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Employee makes a mistake</a:t>
          </a:r>
        </a:p>
      </dsp:txBody>
      <dsp:txXfrm>
        <a:off x="40127" y="1605038"/>
        <a:ext cx="1949441" cy="1141260"/>
      </dsp:txXfrm>
    </dsp:sp>
    <dsp:sp modelId="{0316E519-B7DF-47E6-B24E-B00DB5426B9B}">
      <dsp:nvSpPr>
        <dsp:cNvPr id="0" name=""/>
        <dsp:cNvSpPr/>
      </dsp:nvSpPr>
      <dsp:spPr>
        <a:xfrm>
          <a:off x="222711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227119" y="2025346"/>
        <a:ext cx="299835" cy="300644"/>
      </dsp:txXfrm>
    </dsp:sp>
    <dsp:sp modelId="{582AB061-087C-4ECB-8A27-532043B2B00E}">
      <dsp:nvSpPr>
        <dsp:cNvPr id="0" name=""/>
        <dsp:cNvSpPr/>
      </dsp:nvSpPr>
      <dsp:spPr>
        <a:xfrm>
          <a:off x="283325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Employee hides mistake out of fear</a:t>
          </a:r>
        </a:p>
      </dsp:txBody>
      <dsp:txXfrm>
        <a:off x="2868761" y="1605038"/>
        <a:ext cx="1949441" cy="1141260"/>
      </dsp:txXfrm>
    </dsp:sp>
    <dsp:sp modelId="{EDB12743-9DFC-439C-9680-E24303F48C51}">
      <dsp:nvSpPr>
        <dsp:cNvPr id="0" name=""/>
        <dsp:cNvSpPr/>
      </dsp:nvSpPr>
      <dsp:spPr>
        <a:xfrm>
          <a:off x="5055754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055754" y="2025346"/>
        <a:ext cx="299835" cy="300644"/>
      </dsp:txXfrm>
    </dsp:sp>
    <dsp:sp modelId="{7604FCD3-EDC4-47F1-8E2D-9F12EB92B059}">
      <dsp:nvSpPr>
        <dsp:cNvPr id="0" name=""/>
        <dsp:cNvSpPr/>
      </dsp:nvSpPr>
      <dsp:spPr>
        <a:xfrm>
          <a:off x="5661890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 learning occurs</a:t>
          </a:r>
        </a:p>
      </dsp:txBody>
      <dsp:txXfrm>
        <a:off x="5697396" y="1605038"/>
        <a:ext cx="1949441" cy="1141260"/>
      </dsp:txXfrm>
    </dsp:sp>
    <dsp:sp modelId="{FD46A9DF-74AC-46BA-B278-479EAC7AA697}">
      <dsp:nvSpPr>
        <dsp:cNvPr id="0" name=""/>
        <dsp:cNvSpPr/>
      </dsp:nvSpPr>
      <dsp:spPr>
        <a:xfrm>
          <a:off x="788438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884389" y="2025346"/>
        <a:ext cx="299835" cy="300644"/>
      </dsp:txXfrm>
    </dsp:sp>
    <dsp:sp modelId="{26DB9BDC-A161-4B0F-84BF-FBF1655D5E15}">
      <dsp:nvSpPr>
        <dsp:cNvPr id="0" name=""/>
        <dsp:cNvSpPr/>
      </dsp:nvSpPr>
      <dsp:spPr>
        <a:xfrm>
          <a:off x="849052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Other employees make the same mistake</a:t>
          </a:r>
        </a:p>
      </dsp:txBody>
      <dsp:txXfrm>
        <a:off x="8526031" y="1605038"/>
        <a:ext cx="1949441" cy="11412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20266-1E0D-4EEE-8E2F-EF4AA5AAD36F}">
      <dsp:nvSpPr>
        <dsp:cNvPr id="0" name=""/>
        <dsp:cNvSpPr/>
      </dsp:nvSpPr>
      <dsp:spPr>
        <a:xfrm>
          <a:off x="4621" y="1541120"/>
          <a:ext cx="2020453" cy="12690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Employee makes a mistake</a:t>
          </a:r>
        </a:p>
      </dsp:txBody>
      <dsp:txXfrm>
        <a:off x="41792" y="1578291"/>
        <a:ext cx="1946111" cy="1194755"/>
      </dsp:txXfrm>
    </dsp:sp>
    <dsp:sp modelId="{0316E519-B7DF-47E6-B24E-B00DB5426B9B}">
      <dsp:nvSpPr>
        <dsp:cNvPr id="0" name=""/>
        <dsp:cNvSpPr/>
      </dsp:nvSpPr>
      <dsp:spPr>
        <a:xfrm>
          <a:off x="222711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227119" y="2025346"/>
        <a:ext cx="299835" cy="300644"/>
      </dsp:txXfrm>
    </dsp:sp>
    <dsp:sp modelId="{582AB061-087C-4ECB-8A27-532043B2B00E}">
      <dsp:nvSpPr>
        <dsp:cNvPr id="0" name=""/>
        <dsp:cNvSpPr/>
      </dsp:nvSpPr>
      <dsp:spPr>
        <a:xfrm>
          <a:off x="2833255" y="1541120"/>
          <a:ext cx="2020453" cy="12690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Employee reports mistake</a:t>
          </a:r>
        </a:p>
      </dsp:txBody>
      <dsp:txXfrm>
        <a:off x="2870426" y="1578291"/>
        <a:ext cx="1946111" cy="1194755"/>
      </dsp:txXfrm>
    </dsp:sp>
    <dsp:sp modelId="{EDB12743-9DFC-439C-9680-E24303F48C51}">
      <dsp:nvSpPr>
        <dsp:cNvPr id="0" name=""/>
        <dsp:cNvSpPr/>
      </dsp:nvSpPr>
      <dsp:spPr>
        <a:xfrm>
          <a:off x="5055754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055754" y="2025346"/>
        <a:ext cx="299835" cy="300644"/>
      </dsp:txXfrm>
    </dsp:sp>
    <dsp:sp modelId="{7604FCD3-EDC4-47F1-8E2D-9F12EB92B059}">
      <dsp:nvSpPr>
        <dsp:cNvPr id="0" name=""/>
        <dsp:cNvSpPr/>
      </dsp:nvSpPr>
      <dsp:spPr>
        <a:xfrm>
          <a:off x="5661890" y="1541120"/>
          <a:ext cx="2020453" cy="12690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Other employees learn from the mistake</a:t>
          </a:r>
        </a:p>
      </dsp:txBody>
      <dsp:txXfrm>
        <a:off x="5699061" y="1578291"/>
        <a:ext cx="1946111" cy="1194755"/>
      </dsp:txXfrm>
    </dsp:sp>
    <dsp:sp modelId="{B5C40149-E9DC-4E8B-A231-18FE9CAD138C}">
      <dsp:nvSpPr>
        <dsp:cNvPr id="0" name=""/>
        <dsp:cNvSpPr/>
      </dsp:nvSpPr>
      <dsp:spPr>
        <a:xfrm>
          <a:off x="788438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884389" y="2025346"/>
        <a:ext cx="299835" cy="300644"/>
      </dsp:txXfrm>
    </dsp:sp>
    <dsp:sp modelId="{26DB9BDC-A161-4B0F-84BF-FBF1655D5E15}">
      <dsp:nvSpPr>
        <dsp:cNvPr id="0" name=""/>
        <dsp:cNvSpPr/>
      </dsp:nvSpPr>
      <dsp:spPr>
        <a:xfrm>
          <a:off x="8490525" y="1541120"/>
          <a:ext cx="2020453" cy="12690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mistake does not occur again or is reduced in the future</a:t>
          </a:r>
        </a:p>
      </dsp:txBody>
      <dsp:txXfrm>
        <a:off x="8527696" y="1578291"/>
        <a:ext cx="1946111" cy="11947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895F-0273-6DF2-4423-E2C0ABD77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C7655-BB3D-D121-92A4-035386C84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602C1-32F1-6074-2AE2-141120BFE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3B265-66A0-4991-848F-4C5740D16E8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BFDD8-5B95-1882-6BF6-C254A526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AE7BA-63DC-3A59-B8CE-08E0D0EF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AB3F-98CA-48A7-A39F-DD387A6CC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73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4722-347A-FF45-E36E-DCE649D20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C472-9A51-E767-CAFB-15F723016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FEE6E-2ADE-0EA9-31EE-23F4220AB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3B265-66A0-4991-848F-4C5740D16E8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2105-4A30-B795-5A55-0AD59EA5D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C1370-9E1A-6569-81BB-2E947BFF8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AB3F-98CA-48A7-A39F-DD387A6CC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4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81E8-573E-A7B1-BC05-AD8C68A11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4B859-61F4-EB83-03EB-C966F69F3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C2DB1-554D-A00B-44A0-CB108DD3E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3B265-66A0-4991-848F-4C5740D16E8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B5871-A437-C00F-8012-68A52D9C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45069-EA24-604A-F5B3-865790A94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AB3F-98CA-48A7-A39F-DD387A6CC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276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E3DB3-08B4-8F4A-2E94-C70DBFBF6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CDBAE-A869-7582-C49D-30F17706F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4137B-F2AB-2AEC-8C16-22013C737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0D9AD-9B2C-4BF7-648F-C5BF05C3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3B265-66A0-4991-848F-4C5740D16E8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64B7B-B71E-F438-D859-2C227C3F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8FC35-BE46-C236-B2A8-B8570EF8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AB3F-98CA-48A7-A39F-DD387A6CC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42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05FC6-0D0A-A220-E3F4-75F23BA1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16A93-6E26-81DE-F86B-577D109A2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59EF7-202C-7523-834F-6343E2A64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9795D7-4816-697B-5042-BA6C9BE32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716FC3-15FE-8BDF-EF09-4EC77893E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CA1B2-0A1F-92E8-CFA7-B2C2E2F10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3B265-66A0-4991-848F-4C5740D16E8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BAFE92-DA03-CA6D-78C5-CC671E2B4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A353F4-1D94-C311-43E8-1F692088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AB3F-98CA-48A7-A39F-DD387A6CC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61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0FC25-2BA9-160E-8AD9-58A4D20F0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88EE56-A69A-4F5D-E256-8F0F72663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3B265-66A0-4991-848F-4C5740D16E8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A073CB-235B-8E8F-F59F-E68130D1B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2DC43-CAE3-CF6B-F165-0E8B5E181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AB3F-98CA-48A7-A39F-DD387A6CC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4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EB3F0-059B-66EE-E3A0-CE00284D8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3B265-66A0-4991-848F-4C5740D16E8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A0130D-E5FD-CB41-D812-13BCC46A8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11368-2EA3-8763-2B09-0559454DE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AB3F-98CA-48A7-A39F-DD387A6CC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53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8E195-CD71-F073-56F2-4702DDF67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333C9-262A-1E67-E43A-988775061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074FB-04FD-BFF7-8E87-779F21F4A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F50C2-BD28-6689-D829-4AE95EB31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3B265-66A0-4991-848F-4C5740D16E8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E1115-D13F-6D6B-D0C5-E12228C2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71F34-0375-1913-2309-205B2606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AB3F-98CA-48A7-A39F-DD387A6CC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14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44278-07C2-9327-6B20-48D8051DE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0B0852-07F3-5ECF-5145-405A80973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018B27-5B5C-68BE-B6A1-BFDE39226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5CC5-7E0A-A582-1EAC-EFA85DB88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3B265-66A0-4991-848F-4C5740D16E8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6F817-0A77-A9D8-8DEB-1484CBD1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59266-0F25-18F4-06CE-83C1D9E13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AB3F-98CA-48A7-A39F-DD387A6CC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1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A76F-C24F-3B5C-5296-3FCF1E9D6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D31C8-5BAB-9D44-F154-602F1BB60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1E5A2-021E-4229-46A7-10697A1B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3B265-66A0-4991-848F-4C5740D16E8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8CCAF-8F2A-6334-6B13-B7DC1704B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D706C-4C4C-3912-B796-42CBE0FF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AB3F-98CA-48A7-A39F-DD387A6CC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81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D06005-43C3-AED0-9290-3EF07565C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A7CE3-9A01-06D0-9542-EDDDB0942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CD208-8453-9B2E-1DC8-BF837B70D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3B265-66A0-4991-848F-4C5740D16E8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F495C-55A0-3641-9722-CB2435C8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77C8F-0B68-774C-CB8F-BAB6E14F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AB3F-98CA-48A7-A39F-DD387A6CC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3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5000">
              <a:srgbClr val="47B1E1"/>
            </a:gs>
            <a:gs pos="23000">
              <a:schemeClr val="accent1">
                <a:lumMod val="45000"/>
                <a:lumOff val="55000"/>
              </a:schemeClr>
            </a:gs>
            <a:gs pos="100000">
              <a:srgbClr val="1E8EC0"/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37C7EC-83AB-D9E2-A417-544564C4C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3552B-0B86-3E36-282C-5F635B3BA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96683-A650-24A6-2C3B-463A8F415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3B265-66A0-4991-848F-4C5740D16E8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E7CF9-E076-A64D-A807-0963918F0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C09C3-7776-181F-11A0-50BD9D5DE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58AB3F-98CA-48A7-A39F-DD387A6CC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7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snet.ahrq.gov/perspective/making-just-culture-reality-one-organizations-approach" TargetMode="External"/><Relationship Id="rId2" Type="http://schemas.openxmlformats.org/officeDocument/2006/relationships/hyperlink" Target="https://psychsafety.com/just-cultur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1F18E-B7CA-6EEC-56EF-6AC5F9FA2C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Implementing a Just Workplace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C3783-9CA2-5216-D8F7-054E30E37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1828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Daniel Preller</a:t>
            </a:r>
          </a:p>
          <a:p>
            <a:r>
              <a:rPr lang="en-US" dirty="0"/>
              <a:t>CSD 380</a:t>
            </a:r>
          </a:p>
          <a:p>
            <a:r>
              <a:rPr lang="en-US" dirty="0"/>
              <a:t>Assignment 9.2</a:t>
            </a:r>
          </a:p>
          <a:p>
            <a:r>
              <a:rPr lang="en-US" dirty="0"/>
              <a:t>Dr. Toni Farley</a:t>
            </a:r>
          </a:p>
          <a:p>
            <a:r>
              <a:rPr lang="en-US" dirty="0"/>
              <a:t>11 February 2026</a:t>
            </a:r>
          </a:p>
        </p:txBody>
      </p:sp>
    </p:spTree>
    <p:extLst>
      <p:ext uri="{BB962C8B-B14F-4D97-AF65-F5344CB8AC3E}">
        <p14:creationId xmlns:p14="http://schemas.microsoft.com/office/powerpoint/2010/main" val="1854848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E2F57-F4B8-5B52-2ABB-228170E48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 Just Workplace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692D8-E674-C04F-1A4C-467E473AF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just workplace culture is one in which people feel safe to report incidents, and they feel that the responses to those incidents are just.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just workplace culture focuses less on retribution and more on learning from mistakes.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just workplace culture “</a:t>
            </a:r>
            <a:r>
              <a:rPr lang="en-US" dirty="0"/>
              <a:t>is designed to balance accountability with learning, </a:t>
            </a:r>
            <a:r>
              <a:rPr lang="en-US" dirty="0" err="1"/>
              <a:t>recognising</a:t>
            </a:r>
            <a:r>
              <a:rPr lang="en-US" dirty="0"/>
              <a:t> that humans will inevitably make mistakes and that punitive responses often obstruct meaningful improvement” (Geraghty, 2025, n.p.).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 workplace cultures are commonly implemented in healthcare, but they can be applicable to any industry.</a:t>
            </a:r>
          </a:p>
        </p:txBody>
      </p:sp>
    </p:spTree>
    <p:extLst>
      <p:ext uri="{BB962C8B-B14F-4D97-AF65-F5344CB8AC3E}">
        <p14:creationId xmlns:p14="http://schemas.microsoft.com/office/powerpoint/2010/main" val="3922610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93163-F9B8-FC81-D6F2-1B6E7C18F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3BE3-53C0-3B9F-5D0A-DC66E1DB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910BC-EADD-77E2-1617-887E5E7A4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just workplace culture promotes learning from mistakes.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employees are encouraged to report incidents without being punished, then incidents are made visible to be transformed into learning experiences.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just workplace culture enables incidents to be handled in a consistent and non-arbitrary manner.</a:t>
            </a:r>
          </a:p>
        </p:txBody>
      </p:sp>
    </p:spTree>
    <p:extLst>
      <p:ext uri="{BB962C8B-B14F-4D97-AF65-F5344CB8AC3E}">
        <p14:creationId xmlns:p14="http://schemas.microsoft.com/office/powerpoint/2010/main" val="569667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0FB1C-437B-1066-5AC6-5271A290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ABFAA4-448A-05C8-C33C-4B6CDEB4E8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411856"/>
              </p:ext>
            </p:extLst>
          </p:nvPr>
        </p:nvGraphicFramePr>
        <p:xfrm>
          <a:off x="838200" y="21907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67E3EB-4217-723D-A5B5-0CB4878923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6992289"/>
              </p:ext>
            </p:extLst>
          </p:nvPr>
        </p:nvGraphicFramePr>
        <p:xfrm>
          <a:off x="838200" y="2394744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5EE6A11-E417-2F2E-8DCB-FEEEB1A55664}"/>
              </a:ext>
            </a:extLst>
          </p:cNvPr>
          <p:cNvSpPr txBox="1"/>
          <p:nvPr/>
        </p:nvSpPr>
        <p:spPr>
          <a:xfrm>
            <a:off x="838200" y="1467406"/>
            <a:ext cx="210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Retribution Culture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C8628B-0566-FFBB-7958-283E9488B8CC}"/>
              </a:ext>
            </a:extLst>
          </p:cNvPr>
          <p:cNvSpPr txBox="1"/>
          <p:nvPr/>
        </p:nvSpPr>
        <p:spPr>
          <a:xfrm>
            <a:off x="838200" y="3645456"/>
            <a:ext cx="210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 Culture</a:t>
            </a:r>
          </a:p>
        </p:txBody>
      </p:sp>
    </p:spTree>
    <p:extLst>
      <p:ext uri="{BB962C8B-B14F-4D97-AF65-F5344CB8AC3E}">
        <p14:creationId xmlns:p14="http://schemas.microsoft.com/office/powerpoint/2010/main" val="922222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F49EF-88C3-5BF3-3AA2-D12ACE5A0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2E3C-CE80-A305-A955-BE63109B5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Establishing an Underlying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64937-2069-7474-8561-2AEE0171C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organizations have tried and failed to implement just cultures; “</a:t>
            </a:r>
            <a:r>
              <a:rPr lang="en-US" dirty="0"/>
              <a:t>The underlying reason is often that practices and tools have been imposed without establishing the necessary foundational culture” (Geraghty, 2025, n.p.).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impossible to effect any cultural change by only applying surface-level procedures without establishing underlying principles and mindsets.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 of establishing the underlying foundation for a just culture is raising awareness about its necessity; “</a:t>
            </a:r>
            <a:r>
              <a:rPr lang="en-US" dirty="0"/>
              <a:t>Building awareness is the first step in any movement” (Page, 2007, n.p.).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660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2FA16-6C92-141C-8D63-EC05E945A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76385-C845-459F-407C-AA89F02C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Classifying Behaviors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8C6BB-5D1D-34F8-00BD-031ADC234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major challenge in establishing a just workplace culture is determining which behaviors should be overlooked and used solely as learning examples and which genuinely require disciplinary action.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Errors are legitimately unintentional mistakes (Page, 2007, n.p.).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At-risk behaviors are those that bring risks where the risk is either not recognized or mistakenly thought to be justified (Page, 2007, n.p.).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Reckless behaviors are those that knowingly bring significant and unjustified risks (Page, 2007, n.p.).</a:t>
            </a:r>
          </a:p>
        </p:txBody>
      </p:sp>
    </p:spTree>
    <p:extLst>
      <p:ext uri="{BB962C8B-B14F-4D97-AF65-F5344CB8AC3E}">
        <p14:creationId xmlns:p14="http://schemas.microsoft.com/office/powerpoint/2010/main" val="2715871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E9B6B-7E93-0057-4FD8-3F767886C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42AEA-5F36-B990-F0A5-191C489F8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Implementing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6CC10-BE4A-E2BA-C680-11DA5A773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Once the underlying culture is established, specific policies need to be implemented to facilitate a just workplace culture.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just workplace culture requires policies that specifically detail both how risky behavior is classified—as errors, at-risk, or reckless—and how these classifications of behavior are handled.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Policies that challenge a just workplace culture should be removed or replaced (Page, 2007, n.p.).</a:t>
            </a:r>
          </a:p>
        </p:txBody>
      </p:sp>
    </p:spTree>
    <p:extLst>
      <p:ext uri="{BB962C8B-B14F-4D97-AF65-F5344CB8AC3E}">
        <p14:creationId xmlns:p14="http://schemas.microsoft.com/office/powerpoint/2010/main" val="3677992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EE9E6-8115-9EA1-B61F-64D37E228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2BC41-670E-AFFC-01F4-BB0E93431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9DD24-4CB4-B08B-5852-2CAA7F1BF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just workplace culture is one in which employees feel safe to report incidents so they can be turned into learning opportunities.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just workplace culture allows all employees in an organization to learn from mistakes without fear of unjust retribution.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involved in implementing a just workplace culture involve superficial procedures without underlying cultural changes, classifying behavior, and establishing beneficial policies while eliminating harmful ones.</a:t>
            </a:r>
          </a:p>
        </p:txBody>
      </p:sp>
    </p:spTree>
    <p:extLst>
      <p:ext uri="{BB962C8B-B14F-4D97-AF65-F5344CB8AC3E}">
        <p14:creationId xmlns:p14="http://schemas.microsoft.com/office/powerpoint/2010/main" val="795783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0F306-DE82-61F1-021A-F42BD9E4E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01DE-A3DF-3AAD-9993-AA7F5FA4C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17ABC-239D-DFE0-D82F-3DC445529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Geraghty, T. (2025). “Just Culture.”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Psych Safety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Retrieved from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https://psychsafety.com/just-culture/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Page, A. (2007). “Making Just Culture a Reality: One Organization’s Approach.”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PSNet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Retrieved from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https://psnet.ahrq.gov/perspective/making-just-culture-reality-one-organizations-approach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409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621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Implementing a Just Workplace Culture</vt:lpstr>
      <vt:lpstr>What is a Just Workplace Culture</vt:lpstr>
      <vt:lpstr>Benefits</vt:lpstr>
      <vt:lpstr>Benefits</vt:lpstr>
      <vt:lpstr>Establishing an Underlying Culture</vt:lpstr>
      <vt:lpstr>Classifying Behaviors</vt:lpstr>
      <vt:lpstr>Implementing Policies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preller</dc:creator>
  <cp:lastModifiedBy>daniel preller</cp:lastModifiedBy>
  <cp:revision>7</cp:revision>
  <dcterms:created xsi:type="dcterms:W3CDTF">2026-02-11T18:03:05Z</dcterms:created>
  <dcterms:modified xsi:type="dcterms:W3CDTF">2026-02-11T19:01:25Z</dcterms:modified>
</cp:coreProperties>
</file>
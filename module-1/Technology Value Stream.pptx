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9B1"/>
    <a:srgbClr val="FDE399"/>
    <a:srgbClr val="FEEDBE"/>
    <a:srgbClr val="FBE457"/>
    <a:srgbClr val="FFF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54DD-D3E2-9AEF-04CD-BBD542E73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EEF71-70C2-B291-33A2-06D5D5FA4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E797A-FB6E-375F-03E2-80D226BD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185D3-5196-2012-55DD-C5A699C6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2005D-48B6-39FE-48F2-04B3FE63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FC1E-2A21-A177-4CB0-F0F733AA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05DCE-39E7-2ACD-9650-5E935CDD1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225F-9702-99A2-769A-215EDFB8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C4CB-0A0F-A97D-BE37-9946D564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58199-C6E2-685F-A098-5F0C1EFA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C66E-893C-4FA9-36DB-06561FDA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E5E0E-39E7-23FC-84BB-87D68196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A019A-98B6-77C1-3D91-67342866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BEBAD-E772-1A08-4648-F5C967AB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2C1A-0EFA-747D-6A62-C993F1A6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2BD2-3BFD-3903-E6D9-063CA42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4353-98B5-C0B5-07B0-E28560AD0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AA50B-1D8D-BE7E-A89F-FE7FB946A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306A0-2AA3-8692-0DE9-C04A1091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D181A-7AEF-F608-63DD-2882ACA7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7416D-4A0B-2BF4-AEB5-3DFEB659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9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92B1-020C-8080-87FD-544929B2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363D3-61EB-02E7-5B03-87EE3482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10049-999D-C721-D5BD-3FB79F2E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154B0-7B21-7E69-6FC0-D4635786B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B5C2E-5586-11E1-A455-9C134B8F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6BEB25-2249-9DC7-60BD-F48F1735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8D6FD-A2D9-88E0-6BB9-245F768C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B41C5-04F9-8641-F9EF-60A769A3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6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3CA5-97D3-4A7A-4503-60C840E8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B5D32-123C-FA9E-E268-7032E6CA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4EAC3-16BB-3D46-17C5-FEDA0CC3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2B287-61D1-9CDA-CA24-6E3BF384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8265E-B9B8-3ED4-72DA-1DD6E813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BA0CA-C8FD-A1DB-0763-F631B970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A2A8D-F02E-9D72-B3F6-AFEB6080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2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C2C0-98FC-94CF-D6AC-A61C76D6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9AEF-55DE-EB41-4FC4-74964549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53509-6758-EF94-866E-7234CADF7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AB32B-0435-8819-B37C-5328FB97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2417D-A5AB-5BAC-8778-DAABB5F2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8227E-3AEB-49F9-F339-EBC3BB67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1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30AF-A6C1-080E-A7C8-E6CC81B23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5CCCB-1FF9-2628-8E28-D35EFA68C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DCF31-E5E2-1816-67F2-E97B14AD1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92A02-7988-2ED5-C016-6112B40F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1B717-1A73-D967-BA6C-9B45E06C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9AE93-0957-76AA-346B-AD6E7723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F62-3F0B-D680-B1B4-C495BF3A5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743D1-1305-5414-F2FE-E7EE7A918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161A1-C9C2-BEF8-13D2-F8B3674B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4BDE-AB05-7828-EF84-7EA42A85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44D6-2067-2E05-AA8E-0EDFF22A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7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203E4-834E-E9BE-22AD-83597D04D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AA849-DC5C-21A6-2503-F2BFBEF44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390C0-45FF-B9D2-DEB7-97ABF645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B337-637E-AC11-78D5-C2387D46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73396-8EF4-58B3-7940-C071E31B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5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23000">
              <a:srgbClr val="FDE9B1"/>
            </a:gs>
            <a:gs pos="48000">
              <a:srgbClr val="FFFFB7"/>
            </a:gs>
            <a:gs pos="100000">
              <a:srgbClr val="FFFF0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9A32D-ED91-53A8-D32C-6B389113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B7366-B9FD-15D1-3AFE-DA6CEB2C0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2E488-097B-7305-9F44-D0140E561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7F667-1D5A-4759-8C54-3B8D1CDCF0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9ECAE-7D59-132C-84D8-EB671DEBB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95263-EDE7-FA11-C6F8-925E3B136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2ED18-34A6-47C0-AC08-62FC494F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6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value-stream-management" TargetMode="External"/><Relationship Id="rId2" Type="http://schemas.openxmlformats.org/officeDocument/2006/relationships/hyperlink" Target="https://www.atlassian.com/agile/value-stream-managem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55B1-639D-43BC-4C28-4B9755748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A8D41-BE42-BED7-17D4-64BE1CB18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Daniel Preller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CSD 380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Toni Farley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55859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747B-0B03-D132-E462-55BB2E1F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en-US" dirty="0"/>
              <a:t> Value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9FE7-B477-0290-1AD8-980C34ECB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dirty="0"/>
              <a:t>A value stream is the sequence of steps that a business undertakes to transform an idea into concrete, measurable value” (Quiroz-Vázquez)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technology value stream is the set of processes that converts a business idea into a usable service or feature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value streams are the processes needed to deliver products to customers (Quiroz-Vázquez)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value streams are the teams and resources that develop products and services (Quiroz-Vázquez)</a:t>
            </a:r>
          </a:p>
        </p:txBody>
      </p:sp>
    </p:spTree>
    <p:extLst>
      <p:ext uri="{BB962C8B-B14F-4D97-AF65-F5344CB8AC3E}">
        <p14:creationId xmlns:p14="http://schemas.microsoft.com/office/powerpoint/2010/main" val="156049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F192-71C8-5DFA-A6C5-0A16AE08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Stream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AE8C-45C1-C962-0A6A-98A4A0513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“Value stream management [VSM] is a set of practices that improve the way teams deliver high-quality customer experiences” (Takakura)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VSM is meant to streamline the development process and reduce development time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VSM reduces waste, improves customer experience, reduces lead time, and improves quality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VSM is closely related to DevOps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“Modern software development methodologies, such as DevOps, implement many of the same principles of value stream management while combining value streams” (</a:t>
            </a:r>
            <a:r>
              <a:rPr lang="en-US" dirty="0"/>
              <a:t>Quiroz-Vázquez)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5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1E09-481D-77A8-F875-6EFFC928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Time Vs. Process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839F-7D20-C169-A399-7DCCFAA8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time is the time from when a request is made to when it is completed (Kim, Humble, Debois, &amp; Willis, 2021)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time is the time from when work begins on a request to when it is completed (Kim, et al., 2021)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stream management improves both lead time and process time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stream management and DevOps focus on improving lead time by increasing the ratio of process time to lead time and reducing the time requests sit in queues</a:t>
            </a:r>
          </a:p>
        </p:txBody>
      </p:sp>
    </p:spTree>
    <p:extLst>
      <p:ext uri="{BB962C8B-B14F-4D97-AF65-F5344CB8AC3E}">
        <p14:creationId xmlns:p14="http://schemas.microsoft.com/office/powerpoint/2010/main" val="85783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F421-3126-741E-413F-9E5AD860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Common Reality: Excessive Lead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29C7B-F64C-6071-1B53-25C24139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“Many teams and organizations find themselves in situations where deployment lead times require months” (Kim, et al., 2021)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lead times lead to customer dissatisfaction and poor product quality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Excessive lead times often result from chaotic value streams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lead times involve extra work that is unnecessary and wasteful</a:t>
            </a:r>
          </a:p>
        </p:txBody>
      </p:sp>
    </p:spTree>
    <p:extLst>
      <p:ext uri="{BB962C8B-B14F-4D97-AF65-F5344CB8AC3E}">
        <p14:creationId xmlns:p14="http://schemas.microsoft.com/office/powerpoint/2010/main" val="361646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7D64-EE63-52C6-0375-5C2F3C168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Ideal: Minute-Long Lead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4D4A-F624-C798-CB7B-9546D619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ideal created by DevOps advocates is lead times of only minutes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dirty="0"/>
              <a:t>Value stream management helps reduce lead time or the time it takes to go from idea generation to product delivery” (Quiroz-Vázquez)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reducing lead times, customer waiting times and product quality are improved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 and VSM reduce inefficiencies in the development process, shortening lead times and giving developers more time to learn and improve their processes</a:t>
            </a:r>
          </a:p>
        </p:txBody>
      </p:sp>
    </p:spTree>
    <p:extLst>
      <p:ext uri="{BB962C8B-B14F-4D97-AF65-F5344CB8AC3E}">
        <p14:creationId xmlns:p14="http://schemas.microsoft.com/office/powerpoint/2010/main" val="26241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F693-192E-F55A-2EF0-E7F46265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Ideal: Minute-Long Lead Times</a:t>
            </a:r>
          </a:p>
        </p:txBody>
      </p:sp>
      <p:pic>
        <p:nvPicPr>
          <p:cNvPr id="6" name="Content Placeholder 5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E9AA5495-9571-E6D3-61E4-A38888419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138" y="1825625"/>
            <a:ext cx="9477723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2D57CB-D7B2-8A5E-D6CE-A82A30E37071}"/>
              </a:ext>
            </a:extLst>
          </p:cNvPr>
          <p:cNvSpPr txBox="1"/>
          <p:nvPr/>
        </p:nvSpPr>
        <p:spPr>
          <a:xfrm>
            <a:off x="1357138" y="6419850"/>
            <a:ext cx="99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Takakura, n.d.</a:t>
            </a:r>
          </a:p>
        </p:txBody>
      </p:sp>
    </p:spTree>
    <p:extLst>
      <p:ext uri="{BB962C8B-B14F-4D97-AF65-F5344CB8AC3E}">
        <p14:creationId xmlns:p14="http://schemas.microsoft.com/office/powerpoint/2010/main" val="406672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4BA9-9D11-8681-59FC-91BE2B1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B644B-170F-E8FB-3B72-DE6BCC50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technology value stream is the set of processes that turn an idea into a service or feature that produces value for users</a:t>
            </a:r>
          </a:p>
          <a:p>
            <a:r>
              <a:rPr lang="en-US" dirty="0"/>
              <a:t>DevOps and value stream management improve the efficiency of the value chain, reducing lead times while increasing quality</a:t>
            </a:r>
          </a:p>
          <a:p>
            <a:r>
              <a:rPr lang="en-US" dirty="0"/>
              <a:t>Adopting DevOps practices can take lead times from months to minutes</a:t>
            </a:r>
          </a:p>
        </p:txBody>
      </p:sp>
    </p:spTree>
    <p:extLst>
      <p:ext uri="{BB962C8B-B14F-4D97-AF65-F5344CB8AC3E}">
        <p14:creationId xmlns:p14="http://schemas.microsoft.com/office/powerpoint/2010/main" val="385661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014D-FA5F-DD44-69F8-1C801306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DD7C-1154-4E27-1C52-52B2873CB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Kim, G., Humble, j., Debois, P., &amp; Willis, J. (2021).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DevOps Handbook, Second Edition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Portland, OR: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Revolution.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Takakura, T. (n.d.). “What is Value Stream Management (VSM) and Why is it Important?”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Atlassian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Retrieved from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https://www.atlassian.com/agile/value-stream-management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Quiroz-Vázquez, C. (n.d.). “What is value stream management?”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Retrieved from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https://www.ibm.com/think/topics/value-stream-management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058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598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The Technology Value Stream</vt:lpstr>
      <vt:lpstr>The Technology Value Stream</vt:lpstr>
      <vt:lpstr>Value Stream Management</vt:lpstr>
      <vt:lpstr>Lead Time Vs. Process Time</vt:lpstr>
      <vt:lpstr>The Common Reality: Excessive Lead Times</vt:lpstr>
      <vt:lpstr>The Ideal: Minute-Long Lead Times</vt:lpstr>
      <vt:lpstr>The Ideal: Minute-Long Lead Times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preller</dc:creator>
  <cp:lastModifiedBy>daniel preller</cp:lastModifiedBy>
  <cp:revision>4</cp:revision>
  <dcterms:created xsi:type="dcterms:W3CDTF">2025-12-04T18:15:36Z</dcterms:created>
  <dcterms:modified xsi:type="dcterms:W3CDTF">2025-12-04T19:29:17Z</dcterms:modified>
</cp:coreProperties>
</file>
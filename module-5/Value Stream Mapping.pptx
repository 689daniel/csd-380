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3FF04-4701-7D73-368B-CD17ECA369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8AC460-AA59-C961-95F2-05484354A9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53184-380B-922F-9C33-9787AB86F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AB39E-6FC0-40F9-8909-67E43912900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45B05-FAE1-4E60-3D33-6EF84652B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BBEDA-8E56-F828-0F42-BE92A6A99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F4017-FA15-4717-9C72-674B5DA67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793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A4946-B215-AEF7-A99A-A5DF53A87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7F0E6-E7DE-8D37-C0F9-33C135865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95CBB-505D-2423-AD77-64BE4867E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AB39E-6FC0-40F9-8909-67E43912900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829489-DD72-8E88-4A92-49482185C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3600B-10E9-6354-2411-3A2409306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F4017-FA15-4717-9C72-674B5DA67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153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6B1DA-D853-B2F1-8BE1-0A3547D95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ED18D-599C-1744-E9A1-BAF3E4F53D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73AB8-E5E4-99DB-32A6-70524FAA8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AB39E-6FC0-40F9-8909-67E43912900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429D0-51D5-DF9E-A8F3-5E9FBFF30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3387E-485E-3DE4-2FB0-0DA7477B3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F4017-FA15-4717-9C72-674B5DA67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127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C42A7-A6D1-0328-2C7F-74C17FEFE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C691C-031D-1703-B78B-AD4A2E7F9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ABBBCD-C698-0867-FE83-D70D5916F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DA8C86-0A12-4F88-4975-FF3AE21D5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AB39E-6FC0-40F9-8909-67E43912900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1CB8DD-B9E0-4A6D-6B54-931BFC9C6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6D02E-D007-498D-1BBC-8209C1246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F4017-FA15-4717-9C72-674B5DA67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377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8D868-06CF-82E6-F722-6C2C5179E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A1BBD0-88FB-D1A1-6C8D-F83557A4C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FA8DF7-095A-7F1C-F678-501FF6C6DA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76E318-1E1C-C4F9-5099-CCB41CF6E0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7D7E20-F803-C1DD-E131-E3A7DABC3E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2FB1F4-0236-F211-C1CA-6E1F92E99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AB39E-6FC0-40F9-8909-67E43912900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16216E-8DDD-27D5-A3FD-1D280F0CF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783278-2C78-6990-C3D0-08B4B6DDC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F4017-FA15-4717-9C72-674B5DA67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280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A727D-E417-9A62-5CDA-139D12520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29FD73-945B-9A04-F7F4-76E5A007D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AB39E-6FC0-40F9-8909-67E43912900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2E5BFC-FD32-86E5-56DF-D3FBD2C9F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36663A-BF21-315C-7FB5-7A24B4FE6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F4017-FA15-4717-9C72-674B5DA67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74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3135E3-6207-9384-87C9-38F853B4F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AB39E-6FC0-40F9-8909-67E43912900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94C4AE-F634-6BFA-4F9B-DA6FD14B5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9232A-BA3D-B606-8F1C-A50B902CD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F4017-FA15-4717-9C72-674B5DA67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424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35623-F52B-DAB4-76C4-85460C6F8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9560D-A33E-FE1B-4061-F5BF0C618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41F90F-B535-6E07-E591-81B2133466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2A5DD0-A332-255B-1724-17EC54129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AB39E-6FC0-40F9-8909-67E43912900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9CE67B-8C61-8BB0-1A2C-A2ABAA8A5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6C0122-BB2A-A2A4-F863-5D2E263B0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F4017-FA15-4717-9C72-674B5DA67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344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27FF3-25E2-E585-557B-3D291A31E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A927F6-DE52-3E3B-5781-DC11D79AAE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24F476-BA93-91FD-35C8-1A819AFF80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9DB726-EA98-9FF6-DE3C-F8F8AC93D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AB39E-6FC0-40F9-8909-67E43912900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D0A73A-585D-6D35-6D8C-BB4CBBD42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291400-2050-6CF6-715C-465F988D8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F4017-FA15-4717-9C72-674B5DA67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159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1B1CD-1788-5FBE-D4EC-2DBEF2B45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133430-2E3F-A676-0D38-781DC33F0D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B1274-EC45-6A83-4323-700E4DFF7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AB39E-6FC0-40F9-8909-67E43912900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57685-31F1-D607-78BE-3C303AD16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F8BC0-5F1C-2A39-0BC3-2E945EA17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F4017-FA15-4717-9C72-674B5DA67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87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82838E-52B6-F1B8-6202-8F1346DBF3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54149C-CBB4-33BE-0A10-9542C2B153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85460-87E3-57C5-C3F5-AAF3B7E51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AB39E-6FC0-40F9-8909-67E43912900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21234-BC30-E7B7-BE38-D494C8EE8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2977C-69EE-E542-46B7-D8BDAFF13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F4017-FA15-4717-9C72-674B5DA67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398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B0C208-6D08-0F93-45D6-51CBE531E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878F5F-D1F7-7580-053A-B5E77F0E2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D7C38-93CC-6279-1437-43EA60237B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FAB39E-6FC0-40F9-8909-67E43912900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5D5D03-4682-21AB-D463-3C89830E9D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B5699-D383-C0F5-9F83-CC38ADB2A1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2F4017-FA15-4717-9C72-674B5DA67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582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1DB73-91CC-D9E2-FD0E-B9E27689F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069"/>
            <a:ext cx="10515600" cy="789782"/>
          </a:xfrm>
        </p:spPr>
        <p:txBody>
          <a:bodyPr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After-School Routine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DB237ECD-BD8B-1CF3-EF63-7879D1DFC5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6048585"/>
              </p:ext>
            </p:extLst>
          </p:nvPr>
        </p:nvGraphicFramePr>
        <p:xfrm>
          <a:off x="6775450" y="1421131"/>
          <a:ext cx="4578350" cy="1854200"/>
        </p:xfrm>
        <a:graphic>
          <a:graphicData uri="http://schemas.openxmlformats.org/drawingml/2006/table">
            <a:tbl>
              <a:tblPr firstRow="1" lastRow="1" bandRow="1">
                <a:tableStyleId>{00A15C55-8517-42AA-B614-E9B94910E393}</a:tableStyleId>
              </a:tblPr>
              <a:tblGrid>
                <a:gridCol w="3587750">
                  <a:extLst>
                    <a:ext uri="{9D8B030D-6E8A-4147-A177-3AD203B41FA5}">
                      <a16:colId xmlns:a16="http://schemas.microsoft.com/office/drawing/2014/main" val="4236412158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3853798689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Estimated Average Flow Time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947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 mins</a:t>
                      </a:r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3803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Exercise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 mins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6413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Hobbies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65 mins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17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Estimated Cycle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125 mins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8958579"/>
                  </a:ext>
                </a:extLst>
              </a:tr>
            </a:tbl>
          </a:graphicData>
        </a:graphic>
      </p:graphicFrame>
      <p:grpSp>
        <p:nvGrpSpPr>
          <p:cNvPr id="43" name="Group 42">
            <a:extLst>
              <a:ext uri="{FF2B5EF4-FFF2-40B4-BE49-F238E27FC236}">
                <a16:creationId xmlns:a16="http://schemas.microsoft.com/office/drawing/2014/main" id="{148019CB-25A1-A18A-73B3-46F3C710D2F0}"/>
              </a:ext>
            </a:extLst>
          </p:cNvPr>
          <p:cNvGrpSpPr/>
          <p:nvPr/>
        </p:nvGrpSpPr>
        <p:grpSpPr>
          <a:xfrm>
            <a:off x="882650" y="1314451"/>
            <a:ext cx="5791200" cy="4641850"/>
            <a:chOff x="1282700" y="1384300"/>
            <a:chExt cx="5791200" cy="464185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07F3AF1-2C87-B926-4B44-72FBDC72B699}"/>
                </a:ext>
              </a:extLst>
            </p:cNvPr>
            <p:cNvSpPr/>
            <p:nvPr/>
          </p:nvSpPr>
          <p:spPr>
            <a:xfrm>
              <a:off x="1282700" y="1384300"/>
              <a:ext cx="1651000" cy="464185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Chores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B9A0DA0-9911-C978-1C51-04D2035CD76F}"/>
                </a:ext>
              </a:extLst>
            </p:cNvPr>
            <p:cNvSpPr/>
            <p:nvPr/>
          </p:nvSpPr>
          <p:spPr>
            <a:xfrm>
              <a:off x="3352800" y="1384300"/>
              <a:ext cx="1651000" cy="46418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Exercise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A5C50DA-4040-82BD-3C37-6745FAFE3C56}"/>
                </a:ext>
              </a:extLst>
            </p:cNvPr>
            <p:cNvSpPr/>
            <p:nvPr/>
          </p:nvSpPr>
          <p:spPr>
            <a:xfrm>
              <a:off x="5422900" y="1384300"/>
              <a:ext cx="1651000" cy="464185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Hobbies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069EFCF3-8523-F57B-8FC8-B74BF5572956}"/>
                </a:ext>
              </a:extLst>
            </p:cNvPr>
            <p:cNvSpPr/>
            <p:nvPr/>
          </p:nvSpPr>
          <p:spPr>
            <a:xfrm>
              <a:off x="1466850" y="1924050"/>
              <a:ext cx="1282700" cy="67945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Make Bed</a:t>
              </a:r>
              <a:endPara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9AB61C93-4CC7-54DC-E183-12AFCBCB6BC1}"/>
                </a:ext>
              </a:extLst>
            </p:cNvPr>
            <p:cNvSpPr/>
            <p:nvPr/>
          </p:nvSpPr>
          <p:spPr>
            <a:xfrm>
              <a:off x="1466850" y="4127500"/>
              <a:ext cx="1282700" cy="67945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Journal</a:t>
              </a:r>
              <a:endPara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5BCFB802-2BF1-6F90-092B-460D029990A0}"/>
                </a:ext>
              </a:extLst>
            </p:cNvPr>
            <p:cNvSpPr/>
            <p:nvPr/>
          </p:nvSpPr>
          <p:spPr>
            <a:xfrm>
              <a:off x="1466850" y="3025775"/>
              <a:ext cx="1282700" cy="67945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Put Away Dishes</a:t>
              </a:r>
              <a:endPara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7663E340-85B6-A856-6034-59ABB7134D14}"/>
                </a:ext>
              </a:extLst>
            </p:cNvPr>
            <p:cNvSpPr/>
            <p:nvPr/>
          </p:nvSpPr>
          <p:spPr>
            <a:xfrm>
              <a:off x="5607050" y="5229225"/>
              <a:ext cx="1282700" cy="67945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Practice Piano</a:t>
              </a:r>
              <a:endPara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D5929832-B65D-33A0-1708-E2261361B67B}"/>
                </a:ext>
              </a:extLst>
            </p:cNvPr>
            <p:cNvSpPr/>
            <p:nvPr/>
          </p:nvSpPr>
          <p:spPr>
            <a:xfrm>
              <a:off x="5607050" y="4127500"/>
              <a:ext cx="1282700" cy="67945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Game Dailies</a:t>
              </a:r>
              <a:endPara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9B57FBAB-09FE-C6F2-0E90-3729180EF8FA}"/>
                </a:ext>
              </a:extLst>
            </p:cNvPr>
            <p:cNvSpPr/>
            <p:nvPr/>
          </p:nvSpPr>
          <p:spPr>
            <a:xfrm>
              <a:off x="5607050" y="3025775"/>
              <a:ext cx="1282700" cy="67945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Practice Chess</a:t>
              </a:r>
              <a:endPara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606E2D34-8B96-F5B6-9F06-14760DD0BAB6}"/>
                </a:ext>
              </a:extLst>
            </p:cNvPr>
            <p:cNvSpPr/>
            <p:nvPr/>
          </p:nvSpPr>
          <p:spPr>
            <a:xfrm>
              <a:off x="5607050" y="1924050"/>
              <a:ext cx="1282700" cy="67945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Practice Japanese</a:t>
              </a:r>
              <a:endPara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831D3FF2-CE32-26EA-07FC-99901F7708F6}"/>
                </a:ext>
              </a:extLst>
            </p:cNvPr>
            <p:cNvSpPr/>
            <p:nvPr/>
          </p:nvSpPr>
          <p:spPr>
            <a:xfrm>
              <a:off x="3536950" y="3025775"/>
              <a:ext cx="1282700" cy="67945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Treadmill</a:t>
              </a:r>
              <a:endPara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B348789D-7BE0-51B0-F19F-6801738B2E6E}"/>
                </a:ext>
              </a:extLst>
            </p:cNvPr>
            <p:cNvSpPr/>
            <p:nvPr/>
          </p:nvSpPr>
          <p:spPr>
            <a:xfrm>
              <a:off x="3536950" y="1924050"/>
              <a:ext cx="1282700" cy="67945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Weights</a:t>
              </a:r>
              <a:endPara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8371A023-1335-FD4B-6E8A-276371903A86}"/>
                </a:ext>
              </a:extLst>
            </p:cNvPr>
            <p:cNvCxnSpPr>
              <a:stCxn id="6" idx="2"/>
              <a:endCxn id="8" idx="0"/>
            </p:cNvCxnSpPr>
            <p:nvPr/>
          </p:nvCxnSpPr>
          <p:spPr>
            <a:xfrm>
              <a:off x="2108200" y="2603500"/>
              <a:ext cx="0" cy="42227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542D5939-67A6-3603-A6DF-10B65CAC67DB}"/>
                </a:ext>
              </a:extLst>
            </p:cNvPr>
            <p:cNvCxnSpPr>
              <a:endCxn id="7" idx="0"/>
            </p:cNvCxnSpPr>
            <p:nvPr/>
          </p:nvCxnSpPr>
          <p:spPr>
            <a:xfrm>
              <a:off x="2108200" y="3705225"/>
              <a:ext cx="0" cy="42227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Connector: Elbow 30">
              <a:extLst>
                <a:ext uri="{FF2B5EF4-FFF2-40B4-BE49-F238E27FC236}">
                  <a16:creationId xmlns:a16="http://schemas.microsoft.com/office/drawing/2014/main" id="{4A8A9AF1-399F-85BD-4F3A-4A425D80E685}"/>
                </a:ext>
              </a:extLst>
            </p:cNvPr>
            <p:cNvCxnSpPr>
              <a:stCxn id="7" idx="3"/>
              <a:endCxn id="14" idx="1"/>
            </p:cNvCxnSpPr>
            <p:nvPr/>
          </p:nvCxnSpPr>
          <p:spPr>
            <a:xfrm flipV="1">
              <a:off x="2749550" y="2263775"/>
              <a:ext cx="787400" cy="2203450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58FFBE95-236E-12E1-60D1-F91BA1D6160A}"/>
                </a:ext>
              </a:extLst>
            </p:cNvPr>
            <p:cNvCxnSpPr>
              <a:endCxn id="13" idx="0"/>
            </p:cNvCxnSpPr>
            <p:nvPr/>
          </p:nvCxnSpPr>
          <p:spPr>
            <a:xfrm>
              <a:off x="4178300" y="2603500"/>
              <a:ext cx="0" cy="42227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Connector: Elbow 34">
              <a:extLst>
                <a:ext uri="{FF2B5EF4-FFF2-40B4-BE49-F238E27FC236}">
                  <a16:creationId xmlns:a16="http://schemas.microsoft.com/office/drawing/2014/main" id="{C61B8DA9-AA3E-16F0-0A4D-4A80B313CD90}"/>
                </a:ext>
              </a:extLst>
            </p:cNvPr>
            <p:cNvCxnSpPr>
              <a:stCxn id="13" idx="2"/>
              <a:endCxn id="12" idx="1"/>
            </p:cNvCxnSpPr>
            <p:nvPr/>
          </p:nvCxnSpPr>
          <p:spPr>
            <a:xfrm rot="5400000" flipH="1" flipV="1">
              <a:off x="4171950" y="2270125"/>
              <a:ext cx="1441450" cy="1428750"/>
            </a:xfrm>
            <a:prstGeom prst="bentConnector4">
              <a:avLst>
                <a:gd name="adj1" fmla="val -15859"/>
                <a:gd name="adj2" fmla="val 72444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CB69E6CA-E2FA-5F08-313F-B5C59D11FC00}"/>
                </a:ext>
              </a:extLst>
            </p:cNvPr>
            <p:cNvCxnSpPr>
              <a:stCxn id="12" idx="2"/>
              <a:endCxn id="11" idx="0"/>
            </p:cNvCxnSpPr>
            <p:nvPr/>
          </p:nvCxnSpPr>
          <p:spPr>
            <a:xfrm>
              <a:off x="6248400" y="2603500"/>
              <a:ext cx="0" cy="42227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F22C62B7-8EA8-5CAD-AF3C-4E362DC54866}"/>
                </a:ext>
              </a:extLst>
            </p:cNvPr>
            <p:cNvCxnSpPr>
              <a:stCxn id="11" idx="2"/>
              <a:endCxn id="10" idx="0"/>
            </p:cNvCxnSpPr>
            <p:nvPr/>
          </p:nvCxnSpPr>
          <p:spPr>
            <a:xfrm>
              <a:off x="6248400" y="3705225"/>
              <a:ext cx="0" cy="42227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F2806F12-DFFF-89C5-E3FB-83B1A7DC2C46}"/>
                </a:ext>
              </a:extLst>
            </p:cNvPr>
            <p:cNvCxnSpPr>
              <a:stCxn id="10" idx="2"/>
              <a:endCxn id="9" idx="0"/>
            </p:cNvCxnSpPr>
            <p:nvPr/>
          </p:nvCxnSpPr>
          <p:spPr>
            <a:xfrm>
              <a:off x="6248400" y="4806950"/>
              <a:ext cx="0" cy="42227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5B222E6E-DEC4-A6FE-14F8-39D96CAB50C2}"/>
              </a:ext>
            </a:extLst>
          </p:cNvPr>
          <p:cNvSpPr txBox="1"/>
          <p:nvPr/>
        </p:nvSpPr>
        <p:spPr>
          <a:xfrm>
            <a:off x="6775450" y="3505201"/>
            <a:ext cx="45783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Eliminating Waste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I can eliminate the time taken to make the bed by doing it in the morning.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Workflow Orchestration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I can move game dailies before Japanese practice and after the treadmill, allowing me to recover during a simpler step and be more focused and efficient on later steps.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7C9EB85-8374-81D7-8F1E-D8B9B69B3F31}"/>
              </a:ext>
            </a:extLst>
          </p:cNvPr>
          <p:cNvSpPr txBox="1"/>
          <p:nvPr/>
        </p:nvSpPr>
        <p:spPr>
          <a:xfrm>
            <a:off x="292100" y="234950"/>
            <a:ext cx="14859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Daniel Preller</a:t>
            </a:r>
          </a:p>
          <a:p>
            <a:r>
              <a:rPr lang="en-US" sz="1400" dirty="0"/>
              <a:t>21 January 2026</a:t>
            </a:r>
          </a:p>
          <a:p>
            <a:r>
              <a:rPr lang="en-US" sz="1400" dirty="0"/>
              <a:t>Assignment 5.2</a:t>
            </a:r>
          </a:p>
        </p:txBody>
      </p:sp>
    </p:spTree>
    <p:extLst>
      <p:ext uri="{BB962C8B-B14F-4D97-AF65-F5344CB8AC3E}">
        <p14:creationId xmlns:p14="http://schemas.microsoft.com/office/powerpoint/2010/main" val="3716242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100</Words>
  <Application>Microsoft Office PowerPoint</Application>
  <PresentationFormat>Widescreen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After-School Routine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preller</dc:creator>
  <cp:lastModifiedBy>daniel preller</cp:lastModifiedBy>
  <cp:revision>1</cp:revision>
  <dcterms:created xsi:type="dcterms:W3CDTF">2026-01-21T21:26:15Z</dcterms:created>
  <dcterms:modified xsi:type="dcterms:W3CDTF">2026-01-21T22:08:50Z</dcterms:modified>
</cp:coreProperties>
</file>